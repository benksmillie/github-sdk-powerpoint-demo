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1" r:id="rId2"/>
    <p:sldId id="256" r:id="rId3"/>
    <p:sldId id="263" r:id="rId4"/>
    <p:sldId id="264" r:id="rId5"/>
    <p:sldId id="265" r:id="rId6"/>
    <p:sldId id="274" r:id="rId7"/>
    <p:sldId id="275" r:id="rId8"/>
    <p:sldId id="277" r:id="rId9"/>
  </p:sldIdLst>
  <p:sldSz cx="9144000" cy="5143500" type="screen16x9"/>
  <p:notesSz cx="6858000" cy="9144000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4662"/>
  </p:normalViewPr>
  <p:slideViewPr>
    <p:cSldViewPr snapToGrid="0" snapToObjects="1">
      <p:cViewPr varScale="1">
        <p:scale>
          <a:sx n="181" d="100"/>
          <a:sy n="181" d="100"/>
        </p:scale>
        <p:origin x="176" y="122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5ADB7-7410-3445-AF9C-1CE71E16567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E8620-84B8-444D-AB48-33C73ACB7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5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22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4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FBF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7432" cy="2377440"/>
          </a:xfrm>
          <a:prstGeom prst="rect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https://github.githubassets.com/images/modules/logos_page/GitHub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943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2F5F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GitHub SDK Demo Presentation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6BFB8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Demo Presentation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74720" y="3337560"/>
            <a:ext cx="2194560" cy="411480"/>
          </a:xfrm>
          <a:prstGeom prst="roundRect">
            <a:avLst>
              <a:gd name="adj" fmla="val 26667"/>
            </a:avLst>
          </a:prstGeom>
          <a:solidFill>
            <a:srgbClr val="1F8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0" y="3337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Get Started 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103120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14016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24912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035808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46704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7600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968496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279392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90288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901184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212080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522976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833872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44768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455664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766560" y="4160520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103120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414016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724912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035808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346704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657600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968496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279392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590288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901184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212080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522976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833872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144768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455664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766560" y="4379976"/>
            <a:ext cx="45720" cy="45720"/>
          </a:xfrm>
          <a:prstGeom prst="ellipse">
            <a:avLst/>
          </a:prstGeom>
          <a:solidFill>
            <a:srgbClr val="2329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57200" y="48234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GitHub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858000" y="48234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March 2026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92281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502920" cy="502920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SDK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777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an agent into any app — now in Technical Preview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1371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production-tested agentic core that powers GitHub Copilot CLI, packaged as a programmable SDK you can embed in any application.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Plan, invoke tools, edit files &amp; run commands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Multi-turn execution loop with context management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AI model support &amp; model routing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MCP server integration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tool definitions &amp; agent skills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authentication &amp; real-time streaming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402336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Can You Build?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9202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Custom GUIs for AI agents🎬  YouTube chapter generators🎙️  Speech-to-command workflows🏢  Enterprise internal agents🎮  AI-powered games📝  Summarizing &amp; productivity tools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6817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 → github.com/github/copilot-sdk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46817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GitHub Blog  •  Jan 2026  •  Technical Preview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502920" cy="502920"/>
          </a:xfrm>
          <a:prstGeom prst="ellipse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CLI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777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GitHub to the command line — Free and open source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1371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 is GitHub on the command line. It brings pull requests, issues, and other GitHub concepts to the terminal — right next to where you already work with git and your code.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7157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entire GitHub workflow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Issues, PRs, checks, releases &amp; more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1729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and customize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API access &amp; custom aliases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6301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Enterprise-ready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GitHub.com &amp; Enterprise Server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0873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source &amp; community-driven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Contributions welcome at github.com/cli/cli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4023360" cy="36576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37760" y="1508760"/>
            <a:ext cx="109728" cy="109728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02352" y="1508760"/>
            <a:ext cx="109728" cy="109728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66944" y="1508760"/>
            <a:ext cx="109728" cy="109728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Popular Commands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19933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issue list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19933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&amp; filter open issues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83480" y="2276856"/>
            <a:ext cx="3566160" cy="457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2286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pr create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03720" y="22860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new pull request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2569464"/>
            <a:ext cx="3566160" cy="457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25786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pr status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03720" y="25786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status of your PRs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2862072"/>
            <a:ext cx="3566160" cy="457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28712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pr checks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03720" y="287121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CI/CD check results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83480" y="3154680"/>
            <a:ext cx="3566160" cy="457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83480" y="31638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release create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03720" y="31638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new release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83480" y="3447288"/>
            <a:ext cx="3566160" cy="457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83480" y="34564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repo view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03720" y="34564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repository READMEs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83480" y="3739896"/>
            <a:ext cx="3566160" cy="457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83480" y="37490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gh alias set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03720" y="37490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command shortcuts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46817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→ brew install gh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0" y="46817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cli.github.com  •  v2.88.1  •  Free &amp; Open Source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62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502920" cy="502920"/>
          </a:xfrm>
          <a:prstGeom prst="ellipse">
            <a:avLst/>
          </a:prstGeom>
          <a:solidFill>
            <a:srgbClr val="895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01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CLI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// TODO: more done — A GitHub-native agent in your terminal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1371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 GitHub-native agent in your terminal that works directly with your issues and PRs, executes across a /fleet of parallelized subagents, and carries you from /plan to merged code.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Workflow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256032" cy="256032"/>
          </a:xfrm>
          <a:prstGeom prst="ellipse">
            <a:avLst/>
          </a:prstGeom>
          <a:solidFill>
            <a:srgbClr val="895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" y="3090672"/>
            <a:ext cx="13716" cy="15544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788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 your approach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95351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Outline work, compare models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291840"/>
            <a:ext cx="256032" cy="256032"/>
          </a:xfrm>
          <a:prstGeom prst="ellipse">
            <a:avLst/>
          </a:prstGeom>
          <a:solidFill>
            <a:srgbClr val="895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" y="3547872"/>
            <a:ext cx="13716" cy="15544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246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/fleet to parallelize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41071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subagents in parallel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49040"/>
            <a:ext cx="256032" cy="256032"/>
          </a:xfrm>
          <a:prstGeom prst="ellipse">
            <a:avLst/>
          </a:prstGeom>
          <a:solidFill>
            <a:srgbClr val="895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" y="4005072"/>
            <a:ext cx="13716" cy="15544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3703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/IDE to refine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86791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in VS Code to edit code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206240"/>
            <a:ext cx="256032" cy="256032"/>
          </a:xfrm>
          <a:prstGeom prst="ellipse">
            <a:avLst/>
          </a:prstGeom>
          <a:solidFill>
            <a:srgbClr val="895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206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160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/delegate to ship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32511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Branch, implement, open a PR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1371600"/>
            <a:ext cx="4023360" cy="36576"/>
          </a:xfrm>
          <a:prstGeom prst="rect">
            <a:avLst/>
          </a:prstGeom>
          <a:solidFill>
            <a:srgbClr val="895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83480" y="1956816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3480" y="195681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between Anthropic, Google &amp; OpenAI models per task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83480" y="2263140"/>
            <a:ext cx="3566160" cy="365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83480" y="230428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83480" y="230428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22677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GitHub integration — issues, branches &amp; PRs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83480" y="2610612"/>
            <a:ext cx="3566160" cy="365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83480" y="2651760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83480" y="265176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0" y="26151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Shape behavior with AGENTS.md &amp; custom skills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83480" y="2958084"/>
            <a:ext cx="3566160" cy="365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983480" y="2999232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83480" y="299923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43600" y="29626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memory &amp; session compaction across turns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83480" y="3305556"/>
            <a:ext cx="3566160" cy="365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983480" y="3346704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83480" y="334670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/fleet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43600" y="3310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Parallelize work across multiple subagents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983480" y="3653028"/>
            <a:ext cx="3566160" cy="3658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983480" y="3694176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983480" y="369417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/experimental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43600" y="3657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access to preview features as they ship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92040" y="4096512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1C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983480" y="41330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03520" y="40965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inside your existing guardrails — branch protections, required checks &amp; org policies apply automatically.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7200" y="468172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→ npm install -g @github/copilot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0" y="46817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in Copilot Free, Pro, Pro+, Business &amp; Enterprise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27474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457200" cy="457200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SDK — Setup Guide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713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Copilot's agentic runtime in your application  •  Technical Preview  •  MIT License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8229600" cy="13716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1572768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57276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Application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94560" y="1783080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1901952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0" y="19019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Client  (JSON-RPC)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94560" y="2112264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4F58"/>
                </a:solidFill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2231136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895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223113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CLI  (server mode)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Options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9077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290779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signed-in user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67712" y="2907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OAuth credentials from CLI login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3931920" cy="2743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2278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32278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GitHub App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67712" y="32278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user tokens from your GitHub OAuth app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3931920" cy="2743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5478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35478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variables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67712" y="35478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COPILOT_GITHUB_TOKEN / GH_TOKEN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3931920" cy="2743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8679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" y="38679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BYOK (Bring Your Own Key)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67712" y="38679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your own OpenAI / Anthropic / Azure keys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1207008"/>
            <a:ext cx="4023360" cy="3429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1207008"/>
            <a:ext cx="4023360" cy="36576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834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Steps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983480" y="1673352"/>
            <a:ext cx="219456" cy="219456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83480" y="16733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85232" y="1645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Copilot CLI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85232" y="1920240"/>
            <a:ext cx="3291840" cy="237744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76672" y="19202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https://gh.io/copilot-install | bash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88636" y="1892808"/>
            <a:ext cx="10973" cy="32918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83480" y="2258568"/>
            <a:ext cx="219456" cy="219456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83480" y="2258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85232" y="22311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your preferred SDK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49240" y="2578608"/>
            <a:ext cx="73152" cy="73152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68112" y="252374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08192" y="252374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@github/copilot-sdk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349240" y="2761488"/>
            <a:ext cx="73152" cy="73152"/>
          </a:xfrm>
          <a:prstGeom prst="ellipse">
            <a:avLst/>
          </a:prstGeom>
          <a:solidFill>
            <a:srgbClr val="3572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68112" y="270662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108192" y="270662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github-copilot-sdk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349240" y="2944368"/>
            <a:ext cx="73152" cy="73152"/>
          </a:xfrm>
          <a:prstGeom prst="ellipse">
            <a:avLst/>
          </a:prstGeom>
          <a:solidFill>
            <a:srgbClr val="00AD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68112" y="288950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08192" y="288950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get github.com/.../copilot-sdk/go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349240" y="3127248"/>
            <a:ext cx="73152" cy="73152"/>
          </a:xfrm>
          <a:prstGeom prst="ellipse">
            <a:avLst/>
          </a:prstGeom>
          <a:solidFill>
            <a:srgbClr val="512B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468112" y="30723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08192" y="307238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add package GitHub.Copilot.SDK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349240" y="3310128"/>
            <a:ext cx="73152" cy="73152"/>
          </a:xfrm>
          <a:prstGeom prst="ellipse">
            <a:avLst/>
          </a:prstGeom>
          <a:solidFill>
            <a:srgbClr val="F89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468112" y="325526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08192" y="325526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com.github:copilot-sdk-java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088636" y="2478024"/>
            <a:ext cx="10973" cy="98755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983480" y="3502152"/>
            <a:ext cx="219456" cy="219456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983480" y="350215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285232" y="34838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285232" y="37124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GitHub OAuth, env tokens, or BYOK keys — see left column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088636" y="3721608"/>
            <a:ext cx="10973" cy="228600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983480" y="3977640"/>
            <a:ext cx="219456" cy="219456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983480" y="3977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285232" y="395935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your agent!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285232" y="4187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agent behavior — Copilot handles planning, tool invocation, file edits &amp; more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57200" y="46817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→ github.com/github/copilot-sdk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114800" y="468172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Preview  •  Python, TypeScript, Go, .NET, Java  •  MIT License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6110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1E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for Office — Setup Guide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tools, SDK packages &amp; Office Add-in registration  •  github.com/patniko/github-copilot-office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694944"/>
            <a:ext cx="4480560" cy="237744"/>
          </a:xfrm>
          <a:prstGeom prst="rect">
            <a:avLst/>
          </a:prstGeom>
          <a:solidFill>
            <a:srgbClr val="D4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69494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E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THESE FIRST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480560" cy="420624"/>
          </a:xfrm>
          <a:prstGeom prst="rect">
            <a:avLst/>
          </a:prstGeom>
          <a:solidFill>
            <a:srgbClr val="222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8328" y="1088136"/>
            <a:ext cx="256032" cy="256032"/>
          </a:xfrm>
          <a:prstGeom prst="ellipse">
            <a:avLst/>
          </a:prstGeom>
          <a:solidFill>
            <a:srgbClr val="3C87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" y="10881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0515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20+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225296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nodejs.org — required runtime for CLI &amp; SDK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03320" y="1097280"/>
            <a:ext cx="914400" cy="23774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03320" y="10972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nodejs.org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28600" y="1481328"/>
            <a:ext cx="4480560" cy="420624"/>
          </a:xfrm>
          <a:prstGeom prst="rect">
            <a:avLst/>
          </a:prstGeom>
          <a:solidFill>
            <a:srgbClr val="222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28" y="1563624"/>
            <a:ext cx="256032" cy="256032"/>
          </a:xfrm>
          <a:prstGeom prst="ellipse">
            <a:avLst/>
          </a:prstGeom>
          <a:solidFill>
            <a:srgbClr val="F05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1563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15270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1700784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git-scm.com — clone the repository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03320" y="1572768"/>
            <a:ext cx="914400" cy="23774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03320" y="15727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git-scm.com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28600" y="1956816"/>
            <a:ext cx="4480560" cy="420624"/>
          </a:xfrm>
          <a:prstGeom prst="rect">
            <a:avLst/>
          </a:prstGeom>
          <a:solidFill>
            <a:srgbClr val="222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8328" y="2039112"/>
            <a:ext cx="256032" cy="256032"/>
          </a:xfrm>
          <a:prstGeom prst="ellipse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" y="2039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20025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CLI (gh)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2176272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cli.github.com — provides GH_TOKEN for auth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11880" y="2048256"/>
            <a:ext cx="1005840" cy="23774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11880" y="20482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gh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28600" y="2432304"/>
            <a:ext cx="4480560" cy="420624"/>
          </a:xfrm>
          <a:prstGeom prst="rect">
            <a:avLst/>
          </a:prstGeom>
          <a:solidFill>
            <a:srgbClr val="22272E"/>
          </a:solidFill>
          <a:ln w="9525">
            <a:solidFill>
              <a:srgbClr val="D4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8328" y="2514600"/>
            <a:ext cx="256032" cy="256032"/>
          </a:xfrm>
          <a:prstGeom prst="ellipse">
            <a:avLst/>
          </a:prstGeom>
          <a:solidFill>
            <a:srgbClr val="D4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8328" y="2514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E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247802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CLI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" y="2651760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runtime — SDK communicates via JSON-RPC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0" y="2523744"/>
            <a:ext cx="1417320" cy="23774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0" y="252374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@github/copilot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28600" y="2907792"/>
            <a:ext cx="4480560" cy="420624"/>
          </a:xfrm>
          <a:prstGeom prst="rect">
            <a:avLst/>
          </a:prstGeom>
          <a:solidFill>
            <a:srgbClr val="222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38328" y="2990088"/>
            <a:ext cx="256032" cy="256032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8328" y="2990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29535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Subscription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3127248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tier available — or BYOK with own API keys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0" y="2999232"/>
            <a:ext cx="1143000" cy="23774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0" y="299923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github.com/copilot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28600" y="3383280"/>
            <a:ext cx="4480560" cy="420624"/>
          </a:xfrm>
          <a:prstGeom prst="rect">
            <a:avLst/>
          </a:prstGeom>
          <a:solidFill>
            <a:srgbClr val="222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38328" y="3465576"/>
            <a:ext cx="256032" cy="256032"/>
          </a:xfrm>
          <a:prstGeom prst="ellipse">
            <a:avLst/>
          </a:prstGeom>
          <a:solidFill>
            <a:srgbClr val="D83B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8328" y="3465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" y="34290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Office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" y="3602736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Word, PowerPoint, or Excel — M365 / 2019+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703320" y="3474720"/>
            <a:ext cx="914400" cy="23774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703320" y="347472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M365 / 2019+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4892040" y="694944"/>
            <a:ext cx="4023360" cy="237744"/>
          </a:xfrm>
          <a:prstGeom prst="rect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6949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CLONE, INSTALL &amp; RUN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46904" y="1024128"/>
            <a:ext cx="256032" cy="256032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46904" y="10241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76088" y="10058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 &amp; Install Dependencies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276088" y="1261872"/>
            <a:ext cx="3566160" cy="47548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367528" y="1261872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github.com/patniko/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github-copilot-office.git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github-copilot-office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276088" y="1755648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4A0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Installs @github/copilot-sdk, @github/copilot, React, Express &amp; more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946904" y="2011680"/>
            <a:ext cx="256032" cy="256032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946904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276088" y="19933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 with GitHub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276088" y="2249424"/>
            <a:ext cx="3566160" cy="384048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367528" y="224942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login          # GitHub CLI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/login         # Copilot CLI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GH_TOKEN=&lt;pat&gt;  # env var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946904" y="2743200"/>
            <a:ext cx="256032" cy="256032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946904" y="2743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276088" y="27249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Add-in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693408" y="27432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trusts SSL cert &amp; registers manifest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276088" y="2980944"/>
            <a:ext cx="1325880" cy="21945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276088" y="298094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./register.sh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647688" y="298094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104888" y="2980944"/>
            <a:ext cx="1325880" cy="21945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104888" y="298094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.\register.ps1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476488" y="298094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946904" y="3328416"/>
            <a:ext cx="256032" cy="256032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946904" y="33284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276088" y="33101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Tray App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830568" y="3319272"/>
            <a:ext cx="1828800" cy="21945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830568" y="3319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start:tray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276088" y="3566160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icon appears in system tray (Win) or menu bar (Mac)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946904" y="3822192"/>
            <a:ext cx="256032" cy="256032"/>
          </a:xfrm>
          <a:prstGeom prst="ellipse">
            <a:avLst/>
          </a:prstGeom>
          <a:solidFill>
            <a:srgbClr val="2EA4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946904" y="3822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276088" y="38039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in Office &amp; Go!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5276088" y="4023360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Word / PPT / Excel → Insert → Add-ins → My Add-ins → select "GitHub Copilot"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28600" y="4202724"/>
            <a:ext cx="8686800" cy="310896"/>
          </a:xfrm>
          <a:prstGeom prst="rect">
            <a:avLst/>
          </a:prstGeom>
          <a:solidFill>
            <a:srgbClr val="222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65760" y="416052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Architecture: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365760" y="416052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Architecture:  Office Add-in → React + Express → WebSocket Proxy → @github/copilot-sdk → Copilot CLI (JSON-RPC) → GitHub API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274320" y="46817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github.com/patniko/github-copilot-office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572000" y="468172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 • PowerPoint • Excel  |  macOS &amp; Windows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74866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for Office — Setup Guide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CLI tools, SDK packages &amp; Office Add-in registration  •  github.com/patniko/github-copilot-office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4114800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THESE FIRST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2880" y="1042416"/>
            <a:ext cx="4114800" cy="384048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37744" y="1110996"/>
            <a:ext cx="246888" cy="246888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37744" y="111099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20+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225296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nodejs.org — required runtime for CLI &amp; SDK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97480" y="1097280"/>
            <a:ext cx="1536192" cy="237744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97480" y="1097280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nodejs.org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82880" y="1444752"/>
            <a:ext cx="4114800" cy="384048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7744" y="1513332"/>
            <a:ext cx="246888" cy="24688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37744" y="151333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145389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1627632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git-scm.com — clone the repository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697480" y="1499616"/>
            <a:ext cx="1536192" cy="237744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97480" y="1499616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git-scm.com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82880" y="1847088"/>
            <a:ext cx="4114800" cy="384048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37744" y="1915668"/>
            <a:ext cx="246888" cy="246888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37744" y="191566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gh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18562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CLI (gh)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2029968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cli.github.com — provides GH_TOKEN for auth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97480" y="1901952"/>
            <a:ext cx="1536192" cy="237744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697480" y="1901952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gh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82880" y="2249424"/>
            <a:ext cx="4114800" cy="384048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37744" y="2318004"/>
            <a:ext cx="246888" cy="246888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37744" y="231800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225856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CLI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" y="2432304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Agent runtime — SDK communicates via JSON-RPC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697480" y="2304288"/>
            <a:ext cx="1536192" cy="237744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697480" y="23042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npm i -g @github/copilot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82880" y="2651760"/>
            <a:ext cx="4114800" cy="384048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37744" y="2720340"/>
            <a:ext cx="246888" cy="246888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37744" y="272034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48640" y="26609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SDK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8640" y="2834640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@github/copilot-sdk — Node.js bridge to Copilot CLI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697480" y="2706624"/>
            <a:ext cx="1536192" cy="237744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697480" y="2706624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npm i @github/copilot-sdk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82880" y="3054096"/>
            <a:ext cx="4114800" cy="384048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37744" y="3122676"/>
            <a:ext cx="246888" cy="24688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37744" y="312267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48640" y="30632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Subscription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48640" y="3236976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Free tier available — or BYOK with own API keys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697480" y="3108960"/>
            <a:ext cx="1536192" cy="237744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697480" y="3108960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github.com/copilot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82880" y="3456432"/>
            <a:ext cx="4114800" cy="384048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37744" y="3525012"/>
            <a:ext cx="246888" cy="246888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37744" y="352501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48640" y="346557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Office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48640" y="3639312"/>
            <a:ext cx="21031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Word, PowerPoint, or Excel — M365 / 2019+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697480" y="3511296"/>
            <a:ext cx="1536192" cy="237744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697480" y="3511296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M365 / 2019+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480560" y="749808"/>
            <a:ext cx="4434840" cy="25603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480560" y="74980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CLONE, INSTALL &amp; RUN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480560" y="1042416"/>
            <a:ext cx="4434840" cy="658368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535424" y="1097280"/>
            <a:ext cx="237744" cy="237744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535424" y="10972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846320" y="1069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Clone &amp; Install Dependencies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846320" y="1289304"/>
            <a:ext cx="2286000" cy="347472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919472" y="12893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github.com/patniko/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github-copilot-office.git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cd github-copilot-office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223760" y="128930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1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Installs @github/copilot-sdk,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1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@github/copilot, React, Express &amp; more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480560" y="1737360"/>
            <a:ext cx="4434840" cy="512064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535424" y="1792224"/>
            <a:ext cx="237744" cy="237744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535424" y="17922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846320" y="1764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 with GitHub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4846320" y="1975104"/>
            <a:ext cx="1828800" cy="237744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4919472" y="197510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login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/login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export GH_TOKEN=&lt;pat&gt;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309360" y="19751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66BB6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GitHub CLI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66BB6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Copilot CLI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66BB6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# env var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480560" y="2286000"/>
            <a:ext cx="4434840" cy="502920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4535424" y="2340864"/>
            <a:ext cx="237744" cy="237744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4535424" y="23408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4846320" y="23134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Add-in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172200" y="23134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1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trusts SSL cert &amp; registers manifest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4846320" y="2532888"/>
            <a:ext cx="1280160" cy="182880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4846320" y="25328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./register.sh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4846320" y="2697480"/>
            <a:ext cx="12801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macOS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6309360" y="2532888"/>
            <a:ext cx="1280160" cy="182880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6309360" y="25328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.\register.ps1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6309360" y="2697480"/>
            <a:ext cx="12801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Win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4480560" y="2825496"/>
            <a:ext cx="4434840" cy="402336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4535424" y="2880360"/>
            <a:ext cx="237744" cy="237744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4535424" y="2880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484632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Start Tray App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4846320" y="3035808"/>
            <a:ext cx="1371600" cy="164592"/>
          </a:xfrm>
          <a:prstGeom prst="rect">
            <a:avLst/>
          </a:prstGeom>
          <a:solidFill>
            <a:srgbClr val="333344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4846320" y="303580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start:tray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6309360" y="302666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icon appears in system tray (Win) or menu bar (Mac)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4480560" y="3264408"/>
            <a:ext cx="4434840" cy="457200"/>
          </a:xfrm>
          <a:prstGeom prst="rect">
            <a:avLst/>
          </a:prstGeom>
          <a:solidFill>
            <a:srgbClr val="2A2A3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535424" y="3319272"/>
            <a:ext cx="237744" cy="237744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535424" y="33192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4846320" y="3291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Load in Office &amp; Go!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4846320" y="34930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Open Word / PPT / Excel → Insert → Add-ins → My Add-ins → select "GitHub Copilot"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82880" y="3858768"/>
            <a:ext cx="8778240" cy="237744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20040" y="38587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Architecture:  </a:t>
            </a: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66BB6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Office Add-in → React + Express → WebSocket Proxy → @github/copilot-sdk → Copilot CLI (JSON-RPC) → GitHub API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182880" y="41879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FC3F7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github.com/patniko/github-copilot-office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4572000" y="418795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Word • PowerPoint • Excel  |  macOS &amp; Windows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226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A44F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 the GitHub Copilot Plugin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3840480"/>
          </a:xfrm>
          <a:prstGeom prst="rect">
            <a:avLst/>
          </a:prstGeom>
          <a:solidFill>
            <a:srgbClr val="3D3D3D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5111496"/>
            <a:ext cx="9144000" cy="36576"/>
          </a:xfrm>
          <a:prstGeom prst="rect">
            <a:avLst/>
          </a:prstGeom>
          <a:solidFill>
            <a:srgbClr val="2EA44F"/>
          </a:solidFill>
          <a:ln/>
        </p:spPr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84D1EC-B253-08F2-314C-9242E17A3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922942"/>
            <a:ext cx="7683085" cy="496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46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7224B91-EB88-C146-A0F3-E66689001FD2}">
  <we:reference id="12345678-1234-1234-1234-123456789012" version="1.0.0.0" store="developer" storeType="Registry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1397</Words>
  <Application>Microsoft Macintosh PowerPoint</Application>
  <PresentationFormat>On-screen Show (16:9)</PresentationFormat>
  <Paragraphs>266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Consolas</vt:lpstr>
      <vt:lpstr>Mona Sans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Benjamin Smillie</cp:lastModifiedBy>
  <cp:revision>17</cp:revision>
  <dcterms:created xsi:type="dcterms:W3CDTF">2013-01-27T09:14:16Z</dcterms:created>
  <dcterms:modified xsi:type="dcterms:W3CDTF">2026-03-25T03:32:22Z</dcterms:modified>
  <cp:category/>
</cp:coreProperties>
</file>