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1" r:id="rId2"/>
  </p:sldIdLst>
  <p:sldSz cx="9144000" cy="5143500" type="screen16x9"/>
  <p:notesSz cx="6858000" cy="9144000"/>
  <p:defaultTextStyle>
    <a:defPPr>
      <a:defRPr lang="en-US"/>
    </a:defPPr>
    <a:lvl1pPr marL="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98"/>
    <p:restoredTop sz="94677"/>
  </p:normalViewPr>
  <p:slideViewPr>
    <p:cSldViewPr snapToGrid="0" snapToObjects="1">
      <p:cViewPr varScale="1">
        <p:scale>
          <a:sx n="186" d="100"/>
          <a:sy n="186" d="100"/>
        </p:scale>
        <p:origin x="216" y="1168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65ADB7-7410-3445-AF9C-1CE71E16567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CE8620-84B8-444D-AB48-33C73ACB79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450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7229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014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FBF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27432" cy="2377440"/>
          </a:xfrm>
          <a:prstGeom prst="rect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https://github.githubassets.com/images/modules/logos_page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59436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103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2F5F3"/>
                </a:solidFill>
                <a:latin typeface="Mona Sans" pitchFamily="34" charset="0"/>
                <a:ea typeface="Mona Sans" pitchFamily="34" charset="-122"/>
                <a:cs typeface="Mona Sans" pitchFamily="34" charset="-120"/>
              </a:rPr>
              <a:t>GitHub SDK Demo Presentation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6BFB8"/>
                </a:solidFill>
                <a:latin typeface="Mona Sans" pitchFamily="34" charset="0"/>
                <a:ea typeface="Mona Sans" pitchFamily="34" charset="-122"/>
                <a:cs typeface="Mona Sans" pitchFamily="34" charset="-120"/>
              </a:rPr>
              <a:t>Demo Presentation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474720" y="3337560"/>
            <a:ext cx="2194560" cy="411480"/>
          </a:xfrm>
          <a:prstGeom prst="roundRect">
            <a:avLst>
              <a:gd name="adj" fmla="val 26667"/>
            </a:avLst>
          </a:prstGeom>
          <a:solidFill>
            <a:srgbClr val="1F88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474720" y="33375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ona Sans" pitchFamily="34" charset="0"/>
                <a:ea typeface="Mona Sans" pitchFamily="34" charset="-122"/>
                <a:cs typeface="Mona Sans" pitchFamily="34" charset="-120"/>
              </a:rPr>
              <a:t>Get Started →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103120" y="4160520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2414016" y="4160520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724912" y="4160520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035808" y="4160520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3346704" y="4160520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3657600" y="4160520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3968496" y="4160520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4279392" y="4160520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590288" y="4160520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901184" y="4160520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5212080" y="4160520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5522976" y="4160520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5833872" y="4160520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6144768" y="4160520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455664" y="4160520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6766560" y="4160520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2103120" y="4379976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2414016" y="4379976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2724912" y="4379976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3035808" y="4379976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3346704" y="4379976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3657600" y="4379976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968496" y="4379976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4279392" y="4379976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4590288" y="4379976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4901184" y="4379976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5212080" y="4379976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5522976" y="4379976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33872" y="4379976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6"/>
          <p:cNvSpPr/>
          <p:nvPr/>
        </p:nvSpPr>
        <p:spPr>
          <a:xfrm>
            <a:off x="6144768" y="4379976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6455664" y="4379976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6766560" y="4379976"/>
            <a:ext cx="45720" cy="45720"/>
          </a:xfrm>
          <a:prstGeom prst="ellipse">
            <a:avLst/>
          </a:prstGeom>
          <a:solidFill>
            <a:srgbClr val="2329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457200" y="48234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09692"/>
                </a:solidFill>
                <a:latin typeface="Mona Sans" pitchFamily="34" charset="0"/>
                <a:ea typeface="Mona Sans" pitchFamily="34" charset="-122"/>
                <a:cs typeface="Mona Sans" pitchFamily="34" charset="-120"/>
              </a:rPr>
              <a:t>GitHub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6858000" y="48234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09692"/>
                </a:solidFill>
                <a:latin typeface="Mona Sans" pitchFamily="34" charset="0"/>
                <a:ea typeface="Mona Sans" pitchFamily="34" charset="-122"/>
                <a:cs typeface="Mona Sans" pitchFamily="34" charset="-120"/>
              </a:rPr>
              <a:t>March 2026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922814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7224B91-EB88-C146-A0F3-E66689001FD2}">
  <we:reference id="12345678-1234-1234-1234-123456789012" version="1.0.0.0" store="developer" storeType="Registry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1002</TotalTime>
  <Words>13</Words>
  <Application>Microsoft Macintosh PowerPoint</Application>
  <PresentationFormat>On-screen Show (16:9)</PresentationFormat>
  <Paragraphs>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Mona Sans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Benjamin Smillie</cp:lastModifiedBy>
  <cp:revision>12</cp:revision>
  <dcterms:created xsi:type="dcterms:W3CDTF">2013-01-27T09:14:16Z</dcterms:created>
  <dcterms:modified xsi:type="dcterms:W3CDTF">2026-03-24T03:50:23Z</dcterms:modified>
  <cp:category/>
</cp:coreProperties>
</file>