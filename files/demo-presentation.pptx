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GitHub SDK Demo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Demo Presentation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