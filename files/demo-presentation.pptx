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9144000" cy="5143500" type="screen16x9"/>
  <p:notesSz cx="6858000" cy="9144000"/>
  <p:defaultTextStyle>
    <a:defPPr>
      <a:defRPr lang="en-US"/>
    </a:defPPr>
    <a:lvl1pPr marL="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9"/>
    <p:restoredTop sz="94670"/>
  </p:normalViewPr>
  <p:slideViewPr>
    <p:cSldViewPr snapToGrid="0" snapToObjects="1">
      <p:cViewPr varScale="1">
        <p:scale>
          <a:sx n="138" d="100"/>
          <a:sy n="138" d="100"/>
        </p:scale>
        <p:origin x="176" y="207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5ADB7-7410-3445-AF9C-1CE71E165676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CE8620-84B8-444D-AB48-33C73ACB7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50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722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6576" cy="2926080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https://github.githubassets.com/images/modules/logos_page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91440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SDK Demo Presentation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Presentation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291840" y="4389120"/>
            <a:ext cx="2560320" cy="502920"/>
          </a:xfrm>
          <a:prstGeom prst="roundRect">
            <a:avLst>
              <a:gd name="adj" fmla="val 27273"/>
            </a:avLst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291840" y="4389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 →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8288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1031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3774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6517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9260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2004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4747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7490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0233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2976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5720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8463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1206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3949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56692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9436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2179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64922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67665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70408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18288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21031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23774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26517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29260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32004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34747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37490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40233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42976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45720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48463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51206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0"/>
          <p:cNvSpPr/>
          <p:nvPr/>
        </p:nvSpPr>
        <p:spPr>
          <a:xfrm>
            <a:off x="53949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56692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59436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62179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64922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67665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6"/>
          <p:cNvSpPr/>
          <p:nvPr/>
        </p:nvSpPr>
        <p:spPr>
          <a:xfrm>
            <a:off x="70408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7"/>
          <p:cNvSpPr/>
          <p:nvPr/>
        </p:nvSpPr>
        <p:spPr>
          <a:xfrm>
            <a:off x="18288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8"/>
          <p:cNvSpPr/>
          <p:nvPr/>
        </p:nvSpPr>
        <p:spPr>
          <a:xfrm>
            <a:off x="21031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49"/>
          <p:cNvSpPr/>
          <p:nvPr/>
        </p:nvSpPr>
        <p:spPr>
          <a:xfrm>
            <a:off x="23774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0"/>
          <p:cNvSpPr/>
          <p:nvPr/>
        </p:nvSpPr>
        <p:spPr>
          <a:xfrm>
            <a:off x="26517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2"/>
          <p:cNvSpPr/>
          <p:nvPr/>
        </p:nvSpPr>
        <p:spPr>
          <a:xfrm>
            <a:off x="32004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34747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4"/>
          <p:cNvSpPr/>
          <p:nvPr/>
        </p:nvSpPr>
        <p:spPr>
          <a:xfrm>
            <a:off x="37490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5"/>
          <p:cNvSpPr/>
          <p:nvPr/>
        </p:nvSpPr>
        <p:spPr>
          <a:xfrm>
            <a:off x="40233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6"/>
          <p:cNvSpPr/>
          <p:nvPr/>
        </p:nvSpPr>
        <p:spPr>
          <a:xfrm>
            <a:off x="42976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45720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463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51206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53949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1"/>
          <p:cNvSpPr/>
          <p:nvPr/>
        </p:nvSpPr>
        <p:spPr>
          <a:xfrm>
            <a:off x="56692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2"/>
          <p:cNvSpPr/>
          <p:nvPr/>
        </p:nvSpPr>
        <p:spPr>
          <a:xfrm>
            <a:off x="59436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3"/>
          <p:cNvSpPr/>
          <p:nvPr/>
        </p:nvSpPr>
        <p:spPr>
          <a:xfrm>
            <a:off x="62179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4"/>
          <p:cNvSpPr/>
          <p:nvPr/>
        </p:nvSpPr>
        <p:spPr>
          <a:xfrm>
            <a:off x="64922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67665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6"/>
          <p:cNvSpPr/>
          <p:nvPr/>
        </p:nvSpPr>
        <p:spPr>
          <a:xfrm>
            <a:off x="70408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7"/>
          <p:cNvSpPr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1400" dirty="0"/>
          </a:p>
        </p:txBody>
      </p:sp>
      <p:sp>
        <p:nvSpPr>
          <p:cNvPr id="71" name="Text 68"/>
          <p:cNvSpPr/>
          <p:nvPr/>
        </p:nvSpPr>
        <p:spPr>
          <a:xfrm>
            <a:off x="6858000" y="6217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34127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OF THE OCTOVERSE 2025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Rise of </a:t>
            </a:r>
            <a:r>
              <a:rPr lang="en-US" sz="3000" b="1" dirty="0" err="1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Southytjtyuytjutyjrytjrytjryteast</a:t>
            </a:r>
            <a:r>
              <a:rPr lang="en-US" sz="3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Asia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2344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fast-growing developer ecosystem powered by digital transformation, AI adoption &amp; open source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8046720" cy="1828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V="1">
            <a:off x="548640" y="4389120"/>
            <a:ext cx="3840480" cy="420624"/>
          </a:xfrm>
          <a:prstGeom prst="roundRect">
            <a:avLst>
              <a:gd name="adj" fmla="val 461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2212848"/>
            <a:ext cx="164592" cy="164592"/>
          </a:xfrm>
          <a:prstGeom prst="ellipse">
            <a:avLst/>
          </a:prstGeom>
          <a:solidFill>
            <a:srgbClr val="DA36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Southeast Asia's Digital Powerhouse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6974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4.37Mjtyjytfjtyjjuytjuryt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777240" y="32918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 on GitHub in 2025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611880"/>
            <a:ext cx="1463040" cy="320040"/>
          </a:xfrm>
          <a:prstGeom prst="roundRect">
            <a:avLst>
              <a:gd name="adj" fmla="val 22857"/>
            </a:avLst>
          </a:prstGeom>
          <a:solidFill>
            <a:srgbClr val="0E3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611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~4.9× since 2020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377440" y="3611880"/>
            <a:ext cx="1691640" cy="320040"/>
          </a:xfrm>
          <a:prstGeom prst="roundRect">
            <a:avLst>
              <a:gd name="adj" fmla="val 22857"/>
            </a:avLst>
          </a:prstGeom>
          <a:solidFill>
            <a:srgbClr val="1C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377440" y="36118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0.9M in 2020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4023360"/>
            <a:ext cx="1097280" cy="256032"/>
          </a:xfrm>
          <a:prstGeom prst="roundRect">
            <a:avLst>
              <a:gd name="adj" fmla="val 25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7240" y="40233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#8 globally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965960" y="4023360"/>
            <a:ext cx="1508760" cy="256032"/>
          </a:xfrm>
          <a:prstGeom prst="roundRect">
            <a:avLst>
              <a:gd name="adj" fmla="val 25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965960" y="4023360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5 OSS contributors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2011680"/>
            <a:ext cx="3886200" cy="2377440"/>
          </a:xfrm>
          <a:prstGeom prst="roundRect">
            <a:avLst>
              <a:gd name="adj" fmla="val 461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r>
              <a:rPr lang="en-US" dirty="0" err="1"/>
              <a:t>myjffjmuym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21488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Regional Momentum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2514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~25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5943600" y="25146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 join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APAC every minute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37760" y="3017520"/>
            <a:ext cx="3474720" cy="9144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31089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+13juyfjuykjuykjuykjruyM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172200" y="3108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new APAC developers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2024–2025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37760" y="3611880"/>
            <a:ext cx="3474720" cy="9144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37760" y="37033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~50gjhmjymjuymuytm </a:t>
            </a:r>
            <a:r>
              <a:rPr lang="en-US" sz="2800" b="1" dirty="0" err="1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uytmuytmuytkmytumuy</a:t>
            </a:r>
            <a:r>
              <a:rPr lang="en-US" sz="28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172200" y="3703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SE Asia's online economy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driven by Indonesia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663440"/>
            <a:ext cx="8046720" cy="13716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7724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Fueling the Boom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074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🏛️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97280" y="50749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Skilling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77240" y="53492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programs driving digital literacy &amp; developer talent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43200" y="5074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063240" y="50749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Adoption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0" y="53492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 of new devs use Copilot in week one; AI projects surging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709160" y="5074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🌐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029200" y="50749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Internet Expansion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709160" y="53492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Expanding access enabling booming startup ecosystems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75120" y="5074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📦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995160" y="50749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 Growth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675120" y="53492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 now a top-5 global OSS contributor community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8640" y="6309360"/>
            <a:ext cx="8046720" cy="9144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 Octoverse 2025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120640" y="6355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github.com/octoverse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7224B91-EB88-C146-A0F3-E66689001FD2}">
  <we:reference id="12345678-1234-1234-1234-123456789012" version="1.0.0.0" store="developer" storeType="Registry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164</Words>
  <Application>Microsoft Macintosh PowerPoint</Application>
  <PresentationFormat>On-screen Show (16:9)</PresentationFormat>
  <Paragraphs>44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Arial</vt:lpstr>
      <vt:lpstr>Calibri</vt:lpstr>
      <vt:lpstr>Segoe UI</vt:lpstr>
      <vt:lpstr>Segoe UI Emoji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Benjamin Smillie</cp:lastModifiedBy>
  <cp:revision>3</cp:revision>
  <dcterms:created xsi:type="dcterms:W3CDTF">2013-01-27T09:14:16Z</dcterms:created>
  <dcterms:modified xsi:type="dcterms:W3CDTF">2026-03-19T09:53:06Z</dcterms:modified>
  <cp:category/>
</cp:coreProperties>
</file>